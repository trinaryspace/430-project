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7" d="100"/>
          <a:sy n="77" d="100"/>
        </p:scale>
        <p:origin x="48" y="2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03D1-B583-4DBC-B73C-0A7AA5B059A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33551-E2D2-4EB6-A381-046EBD4A0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05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633551-E2D2-4EB6-A381-046EBD4A0C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4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F90FF-E2E5-296C-C015-0E855AE69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8BAD1-8DC6-CD3B-32B2-CDAE52BF4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5FD8A-8470-1A72-39DC-D1FA8B48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2F94-7D45-48B3-B20B-9B0D408D7A2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F66A3-E0CF-E7D0-5E0D-0F55BC2C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B959E-5E5F-5FC2-9515-4E06D5F5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9DAA-9394-4031-B489-07AAB00BE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31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69D1-20EA-3380-FCBE-CD107D1B9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A3123-7B43-F9EC-74FD-5F75DB7B5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855CD-9368-89F3-CB4F-EB0637A6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2F94-7D45-48B3-B20B-9B0D408D7A2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4D337-F649-41C6-F622-14C25A7CF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E470A-E0D7-7F93-9486-BBDD0D39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9DAA-9394-4031-B489-07AAB00BE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91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D22F1-F27B-928C-1BA0-A7840BD4A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9CC8D-53BD-C777-D9DC-0F706C7E5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02CAD-4E2D-19C5-F81C-860C98927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2F94-7D45-48B3-B20B-9B0D408D7A2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8EB17-43D2-AC78-B635-1EE21FF22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7F311-61FA-62CF-3575-2889076D4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9DAA-9394-4031-B489-07AAB00BE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44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0ED8D-0711-7A85-13D1-F68C2C03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A99DE-341C-C235-3798-5B244BD714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E50E8-D9B1-24BD-B69D-A76A94F0B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E9AD8-4B35-CD98-8818-FEA4C5C29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2F94-7D45-48B3-B20B-9B0D408D7A2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80FFF-1235-7428-4E09-2F7E5F52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A5545-18D8-D863-B62B-0FF2E58BC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9DAA-9394-4031-B489-07AAB00BE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08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36BB-8B52-F72E-C986-826FFC71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31F95-C39E-BEE0-534D-A5BBFD94E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7482B-8DDB-5179-5C51-BFD0BA689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F3B6E9-FACC-CE91-F968-993F6DCDA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34072-E6F2-C84F-A189-27923D7324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95121F-C857-D699-0988-6016401A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2F94-7D45-48B3-B20B-9B0D408D7A2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8B1E36-F86D-797E-603F-DDB73F12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B7B719-842F-25D5-C4F9-FDB872C0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9DAA-9394-4031-B489-07AAB00BE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C03A-A3BD-5AC7-BC25-60F58975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0E2B9-7D6E-8E58-24C2-8B7C642C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2F94-7D45-48B3-B20B-9B0D408D7A2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C1897-2586-7406-B592-AE4D35D1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A9E1D-F218-66AF-436B-E6EBE0AB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9DAA-9394-4031-B489-07AAB00BE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40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5B974-15C0-DE3E-A5C3-DEF2CA717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2F94-7D45-48B3-B20B-9B0D408D7A2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49FC2D-5DB0-FDD4-BFBE-8DE242009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B7051-4CD6-611E-057A-959B5557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9DAA-9394-4031-B489-07AAB00BE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3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EC98D-AC77-F061-1083-3A14BAD65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FABBF-D827-7D17-E0F1-270983D5E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B8FC0-F013-4A35-A7FD-A992C6322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089A4-DBD3-81C3-258B-44E980D5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2F94-7D45-48B3-B20B-9B0D408D7A2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C6B41-B02E-5BB0-9BE1-E1B4FCA2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88633-56E9-4D30-2CBC-04E9AB2B3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9DAA-9394-4031-B489-07AAB00BE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37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BC34F-B425-A93F-BA58-5DD022F10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D474D6-786A-815A-C0F8-CC46CD088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FC299-701F-931A-CB41-41BBF168D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5D5E4-8F9C-777C-E346-F37EF1846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2F94-7D45-48B3-B20B-9B0D408D7A2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434D9-3D24-F69A-F729-2156F25B0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BB7CC-2746-22DF-CB5C-AD83900F3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9DAA-9394-4031-B489-07AAB00BE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66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67CDB-8687-9C8C-62FB-CFE424E4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3D0F6-2889-1AE8-CA1F-6F4FF90B7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AF898-6536-A9D6-5C22-25A97E70B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2F94-7D45-48B3-B20B-9B0D408D7A2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CB680-14CB-3092-5A62-9A0DF425E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F594E-7671-6AA0-FC01-3FE932A7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9DAA-9394-4031-B489-07AAB00BE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09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0AC250-E5F6-0EC5-7E3E-7639FEE17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5E2A4-16B0-EAA7-C67C-DCAE93C49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610FB-9B4B-0984-F012-7CCF93990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2F94-7D45-48B3-B20B-9B0D408D7A2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42E18-35F7-3B65-5164-F37318FA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D4EF0-DF50-5035-989C-84DC35382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B9DAA-9394-4031-B489-07AAB00BE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6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D7FBCE-3D07-F7A2-7B78-9E6672E17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A7136-82AB-75B0-3613-16151D276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C653-B489-A21B-4BE3-B8B70DD48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62F94-7D45-48B3-B20B-9B0D408D7A2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50B13-D23A-3D1D-01E0-A32033FAC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B1BA3-F418-991F-4F53-61A2A6A46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B9DAA-9394-4031-B489-07AAB00BE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8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2790-A186-6C6A-3578-96475BC73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CE505-B467-DBA1-8419-87F8FDEF7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406" y="4265070"/>
            <a:ext cx="11255188" cy="234903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1.024 </a:t>
            </a:r>
            <a:r>
              <a:rPr lang="en-US" dirty="0" err="1"/>
              <a:t>Msps</a:t>
            </a:r>
            <a:r>
              <a:rPr lang="en-US" dirty="0"/>
              <a:t> sample rate (IQ), 250us upchirp time, t</a:t>
            </a:r>
          </a:p>
          <a:p>
            <a:r>
              <a:rPr lang="en-US" dirty="0"/>
              <a:t>How do we calculate the beat frequency tag frequency from this?</a:t>
            </a:r>
          </a:p>
          <a:p>
            <a:pPr lvl="1"/>
            <a:r>
              <a:rPr lang="en-US" b="1" dirty="0"/>
              <a:t>Tag is known to be modulating 287 kHz and 3.3m away </a:t>
            </a:r>
            <a:r>
              <a:rPr lang="en-US" dirty="0"/>
              <a:t>(which in theory would mean 17.6 </a:t>
            </a:r>
            <a:r>
              <a:rPr lang="en-US" dirty="0" err="1"/>
              <a:t>Khz</a:t>
            </a:r>
            <a:r>
              <a:rPr lang="en-US" dirty="0"/>
              <a:t> beat frequency)</a:t>
            </a:r>
          </a:p>
          <a:p>
            <a:pPr lvl="1"/>
            <a:r>
              <a:rPr lang="en-US" dirty="0"/>
              <a:t>According to Skanda’s paper, the peaks should be at 269.4 kHz and 304.6 kHz</a:t>
            </a:r>
          </a:p>
          <a:p>
            <a:pPr lvl="2"/>
            <a:r>
              <a:rPr lang="en-US" dirty="0" err="1"/>
              <a:t>Fbeat</a:t>
            </a:r>
            <a:r>
              <a:rPr lang="en-US" dirty="0"/>
              <a:t> = 17.6 </a:t>
            </a:r>
            <a:r>
              <a:rPr lang="en-US" dirty="0" err="1"/>
              <a:t>Khz</a:t>
            </a:r>
            <a:r>
              <a:rPr lang="en-US" dirty="0"/>
              <a:t>, which corresponds to range of 3.3m from fb=2RS/c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71428-E068-2904-BA06-9522FF85E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4" y="0"/>
            <a:ext cx="12152996" cy="421576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6BE619-61A5-D93C-C269-1EE1BA2E4035}"/>
              </a:ext>
            </a:extLst>
          </p:cNvPr>
          <p:cNvCxnSpPr/>
          <p:nvPr/>
        </p:nvCxnSpPr>
        <p:spPr>
          <a:xfrm>
            <a:off x="3541059" y="1281953"/>
            <a:ext cx="519953" cy="7754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900DC1-4138-A774-279A-662151FCE481}"/>
              </a:ext>
            </a:extLst>
          </p:cNvPr>
          <p:cNvCxnSpPr/>
          <p:nvPr/>
        </p:nvCxnSpPr>
        <p:spPr>
          <a:xfrm>
            <a:off x="8606118" y="1232647"/>
            <a:ext cx="519953" cy="7754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9C9D1A2-5AAD-7389-1C43-F6883DB0D921}"/>
              </a:ext>
            </a:extLst>
          </p:cNvPr>
          <p:cNvSpPr txBox="1"/>
          <p:nvPr/>
        </p:nvSpPr>
        <p:spPr>
          <a:xfrm>
            <a:off x="2711824" y="863315"/>
            <a:ext cx="1748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Peak 1: 300khz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03633-7EB4-CE7F-29CF-860B38292F85}"/>
              </a:ext>
            </a:extLst>
          </p:cNvPr>
          <p:cNvSpPr txBox="1"/>
          <p:nvPr/>
        </p:nvSpPr>
        <p:spPr>
          <a:xfrm>
            <a:off x="7628966" y="843240"/>
            <a:ext cx="1748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Peak 2: 760khz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454CF-7275-CD51-4908-7BF384A9973B}"/>
              </a:ext>
            </a:extLst>
          </p:cNvPr>
          <p:cNvSpPr txBox="1"/>
          <p:nvPr/>
        </p:nvSpPr>
        <p:spPr>
          <a:xfrm>
            <a:off x="4874558" y="679526"/>
            <a:ext cx="2519083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Indicates that the tag is modulating at 530 </a:t>
            </a:r>
            <a:r>
              <a:rPr lang="en-US" dirty="0" err="1"/>
              <a:t>Khz</a:t>
            </a:r>
            <a:r>
              <a:rPr lang="en-US" dirty="0"/>
              <a:t>, and is at a range of 43m</a:t>
            </a:r>
          </a:p>
        </p:txBody>
      </p:sp>
    </p:spTree>
    <p:extLst>
      <p:ext uri="{BB962C8B-B14F-4D97-AF65-F5344CB8AC3E}">
        <p14:creationId xmlns:p14="http://schemas.microsoft.com/office/powerpoint/2010/main" val="1331710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5B76-554D-B41A-9EF7-A09912C8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D1F27-736B-72DF-DE37-0399F0887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75725"/>
            <a:ext cx="10515600" cy="1901238"/>
          </a:xfrm>
        </p:spPr>
        <p:txBody>
          <a:bodyPr/>
          <a:lstStyle/>
          <a:p>
            <a:r>
              <a:rPr lang="en-US" dirty="0"/>
              <a:t>Same radar settings, but now tag at exactly 1m away from radar</a:t>
            </a:r>
          </a:p>
          <a:p>
            <a:pPr lvl="1"/>
            <a:r>
              <a:rPr lang="en-US" dirty="0"/>
              <a:t>Results using equations from paper inconsistent with observation.</a:t>
            </a:r>
          </a:p>
          <a:p>
            <a:r>
              <a:rPr lang="en-US" dirty="0" err="1"/>
              <a:t>TinyRad</a:t>
            </a:r>
            <a:r>
              <a:rPr lang="en-US" dirty="0"/>
              <a:t>, with same sample rate and chirp settings has correct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8993AA-9776-EFC0-A493-A68F929D9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961"/>
            <a:ext cx="12192000" cy="42996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B776A0-AC68-79E3-16F6-B3BF5D012F56}"/>
              </a:ext>
            </a:extLst>
          </p:cNvPr>
          <p:cNvSpPr txBox="1"/>
          <p:nvPr/>
        </p:nvSpPr>
        <p:spPr>
          <a:xfrm>
            <a:off x="3420035" y="1379675"/>
            <a:ext cx="126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292 kHz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BCD45-290A-B30B-78D3-8A100655DCE8}"/>
              </a:ext>
            </a:extLst>
          </p:cNvPr>
          <p:cNvSpPr txBox="1"/>
          <p:nvPr/>
        </p:nvSpPr>
        <p:spPr>
          <a:xfrm>
            <a:off x="8498541" y="1506022"/>
            <a:ext cx="126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741 kHz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85840-1A90-BD1E-CE60-9E0AB56EA2EC}"/>
              </a:ext>
            </a:extLst>
          </p:cNvPr>
          <p:cNvSpPr txBox="1"/>
          <p:nvPr/>
        </p:nvSpPr>
        <p:spPr>
          <a:xfrm>
            <a:off x="5006789" y="918010"/>
            <a:ext cx="2693894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Indicate that tag is modulating at 517 kHz and is located at 42.1m</a:t>
            </a:r>
          </a:p>
        </p:txBody>
      </p:sp>
    </p:spTree>
    <p:extLst>
      <p:ext uri="{BB962C8B-B14F-4D97-AF65-F5344CB8AC3E}">
        <p14:creationId xmlns:p14="http://schemas.microsoft.com/office/powerpoint/2010/main" val="1840191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C79BC5-C7E2-65C9-953A-74997F187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47352" cy="68528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CC1EB1-809A-E719-D735-82DFB685C79D}"/>
              </a:ext>
            </a:extLst>
          </p:cNvPr>
          <p:cNvSpPr txBox="1"/>
          <p:nvPr/>
        </p:nvSpPr>
        <p:spPr>
          <a:xfrm>
            <a:off x="6654248" y="542831"/>
            <a:ext cx="50043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is the signal processing for the data.</a:t>
            </a:r>
          </a:p>
          <a:p>
            <a:endParaRPr lang="en-US" dirty="0"/>
          </a:p>
          <a:p>
            <a:r>
              <a:rPr lang="en-US" dirty="0"/>
              <a:t>The data is IQ for each of the 2 channels, so the first part is just formatting it so its easy to work with.</a:t>
            </a:r>
          </a:p>
          <a:p>
            <a:endParaRPr lang="en-US" dirty="0"/>
          </a:p>
          <a:p>
            <a:r>
              <a:rPr lang="en-US" dirty="0"/>
              <a:t>Then windowing and just a simple </a:t>
            </a:r>
            <a:r>
              <a:rPr lang="en-US" dirty="0" err="1"/>
              <a:t>np.fft.fft</a:t>
            </a:r>
            <a:r>
              <a:rPr lang="en-US" dirty="0"/>
              <a:t> should be all that’s necessary for relative magnitudes right?</a:t>
            </a:r>
          </a:p>
        </p:txBody>
      </p:sp>
    </p:spTree>
    <p:extLst>
      <p:ext uri="{BB962C8B-B14F-4D97-AF65-F5344CB8AC3E}">
        <p14:creationId xmlns:p14="http://schemas.microsoft.com/office/powerpoint/2010/main" val="3879630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210</Words>
  <Application>Microsoft Office PowerPoint</Application>
  <PresentationFormat>Widescreen</PresentationFormat>
  <Paragraphs>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Alec Farris</dc:creator>
  <cp:lastModifiedBy>Alec Farris</cp:lastModifiedBy>
  <cp:revision>1</cp:revision>
  <dcterms:created xsi:type="dcterms:W3CDTF">2026-03-23T20:59:23Z</dcterms:created>
  <dcterms:modified xsi:type="dcterms:W3CDTF">2026-03-23T21:37:29Z</dcterms:modified>
</cp:coreProperties>
</file>